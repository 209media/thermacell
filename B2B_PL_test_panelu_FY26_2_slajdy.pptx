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panelu trwał od 19 marca. Klienci przyjęli kanał: 174 kont, 127 z zamówieniem, 396,8 tys. € sprzedaży, przed planem do dziś. 59% klientów wraca z drugim zamówieniem w ciągu 60 dni. Technicznie panel działał: rejestracja, rabaty, ceny netto, terminy płatności. Od przypisania klientów do KAM 12 czerwca przybyło 83 zamówień i 61,2 tys. 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Liczba zamówień to główna luka: 308 wobec 928 w planie. Trzy przyczyny: po pierwsze nie było procesu sprzedaży wokół panelu, KAM nie mieli ustalonego sposobu pracy ani narzędzi. Po drugie nie było procesu pozyskania nowych klientów, bez kampanii i budżetu baza rosła tylko z portfeli PH. Po trzecie polityka cenowa nie była gotowa: większość zamówień to deale spoza cennika, korygowane ręcznie w Sage, a klient widział w panelu inne kwoty niż na fakturze. Na FY27: proces sprzedaży, proces pozyskania, jeden cennik w panelu i program partnerski.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PANELU B2B FY26 – CO ZAGRAŁO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3268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sbm-partners.com, pierwsze zamówienie 19.03.2026 · wyniki narastająco na 25.08.2026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C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 na panelu = 105% założonej bazy (166)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C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klientów z zamówieniem = 73% kont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C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396,8 tys. €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sprzedaży netto = 86% budżetu, 105% planu do dziś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697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8C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klientów wraca z 2. zamówieniem w ciągu 60 dni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3657600" cy="50292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962656"/>
            <a:ext cx="246888" cy="24688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6012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przyjęli panel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11480" y="3337560"/>
            <a:ext cx="365760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Cała baza zarejestrowana, 174 kont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klientów zamawia sama, bez telefonu do PH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wracają: 59% składa 2. zamówienie w ciągu 60 dni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51960" y="2834640"/>
            <a:ext cx="3657600" cy="50292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962656"/>
            <a:ext cx="246888" cy="24688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80060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 warunki działały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4251960" y="3337560"/>
            <a:ext cx="365760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43484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Rejestracja, konta i grupy cenowe bez problemów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Ceny netto z indywidualnym rabatem w katalogu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Płatność 90 dni albo 7 dni z 2,5% rabatu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092440" y="2834640"/>
            <a:ext cx="3657600" cy="50292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962656"/>
            <a:ext cx="246888" cy="24688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64108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i kontrola wyniku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8092440" y="3337560"/>
            <a:ext cx="365760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27532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12.06 klienci przypisani do KAM: +83 zamówień i 61,2 tys. €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Cotygodniowy raport KPI: wynik na tle BC co tydzień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Sprzedaż przed planem do dziś (105%) mimo słabego sezonu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411480" y="5349240"/>
            <a:ext cx="11338560" cy="9144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85800" y="5349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A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jako kanał się sprawdził, klienci go używają i wracają. W FY27 skalujemy: nowa platforma od 1.10, program partnerski i kampania B2B.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raport KPI B2B z 25.08.2026 (Sage ZORDDET, WEB-B2B). Powroty: Sage ZORDDET 16.03–22.07.2026. Przyrost KAM: zakładka „Śledzenie”.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PANELU B2B FY26 – CO NIE ZAGRAŁO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3268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zamówień = 33% celu (928): klienci zamawiają rzadko, dużo i na żądanie, średnio 1 288 € zamiast 500 €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270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procesów sprzedażowych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ustalonej pracy KAM z panelem: kiedy dzwonić, jak aktywować, jak podnosić częstotliwość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bez narzędzi analitycznych i materiałów do rozmowy z klientem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kont bez zamówienia, nikt ich nie reaktywował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0020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5270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procesów pozyskania nowych klientów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kampanii B2B i budżetu mediowego, nowe konta tylko z portfeli PH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bazy zgód marketingowych: nie było zachęty, żeby je zbierać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urosła tylko o 8 kont ponad BC (166 → 174)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6576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60020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5270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Źle przygotowana polityka cenowa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Większość zamówień to deale spoza cennika w panelu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Korekty cen ręcznie w Sage: duże obciążenie obsługi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Korekty nie wracały do panelu: klient widział inne kwoty niż na fakturze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315968"/>
            <a:ext cx="11338560" cy="658368"/>
          </a:xfrm>
          <a:prstGeom prst="rect">
            <a:avLst/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315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Dodatkowo:  </a:t>
            </a:r>
            <a:pPr indent="0" marL="0">
              <a:buNone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kontaktu z klientem w sezonie (newsletter, SMS)  ·  brak programu lojalnościowego  ·  niewygodny panel  ·  brak śledzenia przesyłek  ·  brak wyników KPI na żywo w panelu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5120640"/>
            <a:ext cx="11338560" cy="128016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230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A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 NA FY27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5632704"/>
            <a:ext cx="347472" cy="347472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" y="5577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sprzedaży B2B: rola KAM w panelu, cele aktywacji i częstotliwości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29000" y="5632704"/>
            <a:ext cx="347472" cy="347472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67912" y="5577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pozyskania: kampania B2B, cold mailing, budżet mediowy, zgody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5632704"/>
            <a:ext cx="347472" cy="347472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11112" y="5577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cennik w panelu: deale jako rabaty w koszyku, import z Sage codziennie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915400" y="5632704"/>
            <a:ext cx="347472" cy="347472"/>
          </a:xfrm>
          <a:prstGeom prst="ellipse">
            <a:avLst/>
          </a:prstGeom>
          <a:solidFill>
            <a:srgbClr val="F8AF2D"/>
          </a:solidFill>
          <a:ln w="12700">
            <a:solidFill>
              <a:srgbClr val="F8AF2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1540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354312" y="5577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partnerski i stały kontakt z klientem w sezonie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raport KPI B2B z 25.08.2026 (Sage ZORDDET, WEB-B2B); podsumowanie testu panelu B2B, lipiec 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panelu B2B FY26</dc:title>
  <dc:subject>PptxGenJS Presentation</dc:subject>
  <dc:creator>PptxGenJS</dc:creator>
  <cp:lastModifiedBy>PptxGenJS</cp:lastModifiedBy>
  <cp:revision>1</cp:revision>
  <dcterms:created xsi:type="dcterms:W3CDTF">2026-09-25T09:52:41Z</dcterms:created>
  <dcterms:modified xsi:type="dcterms:W3CDTF">2026-09-25T09:52:41Z</dcterms:modified>
</cp:coreProperties>
</file>