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panelu trwał od 19 marca. Klienci przyjęli kanał: 174 kont, 127 z zamówieniem, 422,4 tys. € sprzedaży, 91% budżetu rocznego (94% planu do dziś). 59% klientów wraca z drugim zamówieniem w ciągu 60 dni. Technicznie panel działał: rejestracja, rabaty, ceny netto, terminy płatności. Od przypisania klientów do KAM 12 czerwca przybyło 83 zamówień i 61,2 tys. 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Liczba zamówień to główna luka: 317 wobec 928 w planie. Trzy przyczyny: po pierwsze nie było procesu sprzedaży wokół panelu, KAM nie mieli ustalonego sposobu pracy ani narzędzi. Po drugie nie było procesu pozyskania nowych klientów, bez kampanii i budżetu baza rosła tylko z portfeli PH. Po trzecie polityka cenowa nie była gotowa: większość zamówień to deale spoza cennika, korygowane ręcznie w Sage, a klient widział w panelu inne kwoty niż na fakturze. Na FY27: proces sprzedaży, proces pozyskania, jeden cennik w panelu i program partnerski.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Wynik na 25.09.2026: 91% budżetu sprzedaży (94% planu do dziś), 73% kont z zamówieniem, ale tylko 34% celu zamówień. Średnie zamówienie 2,7× plan, bo klienci zamawiają rzadko i dużo. 1 października startuje nowa platforma: ceny i rabaty od razu w koszyku, kredyt kupiecki, rabat za krótszy termin płatności, automatyczne maile i program partnerski. Cele FY27: 900 tys. €, 1 125 zamówień.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PANELU B2B FY26 – CO ZAGRAŁO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93268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sbm-partners.com, pierwsze zamówienie 19.03.2026 · wyniki narastająco na 25.09.2026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 na panelu = 105% założonej bazy (166)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klientów z zamówieniem = 73% kont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422,4 tys. €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sprzedaży netto = 91% budżetu, 94% planu do dziś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5256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44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klientów wraca z 2. zamówieniem w ciągu 60 dni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834640"/>
            <a:ext cx="3657600" cy="502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962656"/>
            <a:ext cx="246888" cy="24688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przyjęli panel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11480" y="3337560"/>
            <a:ext cx="3657600" cy="1828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35204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Cała baza zarejestrowana, 174 kont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klientów zamawia sama, bez telefonu do PH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wracają: 59% składa 2. zamówienie w ciągu 60 dni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251960" y="2834640"/>
            <a:ext cx="3657600" cy="502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962656"/>
            <a:ext cx="246888" cy="24688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0060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i warunki działały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4251960" y="3337560"/>
            <a:ext cx="3657600" cy="1828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434840" y="35204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Rejestracja, konta i grupy cenowe bez problemów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indywidualnym rabatem w katalogu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Płatność 90 dni albo 7 dni z 2,5% rabatu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834640"/>
            <a:ext cx="3657600" cy="502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962656"/>
            <a:ext cx="246888" cy="24688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64108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i kontrola wyniku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8092440" y="3337560"/>
            <a:ext cx="3657600" cy="1828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75320" y="35204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12.06 klienci przypisani do KAM: +83 zamówień i 61,2 tys. €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Cotygodniowy raport KPI: wynik na tle BC co tydzień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budżetu rocznego na tydzień przed końcem BC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411480" y="5349240"/>
            <a:ext cx="11338560" cy="9144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85800" y="5349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WNIOSEK: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jako kanał się sprawdził, klienci go używają i wracają. W FY27 skalujemy: nowa platforma od 1.10, program partnerski i kampania B2B.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411480" y="64465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WEB-B2B) + nowe zamówienia z panelu 26.08–25.09.2026. Powroty: Sage ZORDDET 16.03–22.07.2026. Przyrost KAM: zakładka „Śledzenie”.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PANELU B2B FY26 – CO NIE ZAGRAŁO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93268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 zamówień = 34% celu (928): klienci zamawiają rzadko, dużo i na żądanie, średnio 1 333 € zamiast 500 €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36576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00200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52704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procesów sprzedażowych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402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ustalonej pracy KAM z panelem: kiedy dzwonić, jak aktywować, jak podnosić częstotliwość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bez narzędzi analitycznych i materiałów do rozmowy z klientem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kont bez zamówienia, nikt ich nie reaktywował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6576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600200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348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52704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procesów pozyskania nowych klientów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2402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kampanii B2B i budżetu mediowego, nowe konta tylko z portfeli PH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bazy zgód marketingowych: nie było zachęty, żeby je zbierać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urosła tylko o 8 kont ponad BC (166 → 174)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1417320"/>
            <a:ext cx="36576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1600200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823960" y="152704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Źle przygotowana polityka cenowa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2402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Większość zamówień to deale spoza cennika w panelu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Korekty cen ręcznie w Sage: duże obciążenie obsługi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Korekty nie wracały do panelu: klient widział inne kwoty niż na fakturze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11480" y="4315968"/>
            <a:ext cx="11338560" cy="658368"/>
          </a:xfrm>
          <a:prstGeom prst="rect">
            <a:avLst/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43159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Dodatkowo:  </a:t>
            </a:r>
            <a:pPr indent="0" marL="0">
              <a:buNone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kontaktu z klientem w sezonie (newsletter, SMS)  ·  brak programu lojalnościowego  ·  niewygodny panel  ·  brak śledzenia przesyłek  ·  brak wyników KPI na żywo w panelu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11480" y="5120640"/>
            <a:ext cx="11338560" cy="128016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52303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WNIOSKI NA FY27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 sprzedaży B2B: rola KAM w panelu, cele aktywacji i częstotliwości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4290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8679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 pozyskania: kampania B2B, cold mailing, budżet mediowy, zgody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722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6111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cennik w panelu: deale jako rabaty w koszyku, import z Sage codziennie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9154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154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3543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 i stały kontakt z klientem w sezonie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411480" y="64465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WEB-B2B) + nowe zamówienia z panelu 26.08–25.09.2026; podsumowanie testu panelu B2B, lipiec 2026.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PL – WYNIK I START FY27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1143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FY26 vs budżet · stan na 25.09.2026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6459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422 418 €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21579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Sprzedaż netto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19019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0" y="1901952"/>
            <a:ext cx="2497364" cy="237744"/>
          </a:xfrm>
          <a:prstGeom prst="roundRect">
            <a:avLst>
              <a:gd name="adj" fmla="val 50000"/>
            </a:avLst>
          </a:prstGeom>
          <a:solidFill>
            <a:srgbClr val="0E8B95"/>
          </a:solidFill>
          <a:ln w="12700">
            <a:solidFill>
              <a:srgbClr val="0E8B9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0" y="18288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76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464 000 € · 94% planu do dziś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25603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 / 174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30723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z zamówieniem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28163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2816352"/>
            <a:ext cx="2002221" cy="237744"/>
          </a:xfrm>
          <a:prstGeom prst="roundRect">
            <a:avLst>
              <a:gd name="adj" fmla="val 50000"/>
            </a:avLst>
          </a:prstGeom>
          <a:solidFill>
            <a:srgbClr val="0E8B95"/>
          </a:solidFill>
          <a:ln w="12700">
            <a:solidFill>
              <a:srgbClr val="0E8B9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27432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906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kont bez zamówienia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3986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0" y="37307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3730752"/>
            <a:ext cx="937063" cy="23774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36576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928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" y="43891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1 333 €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" y="49011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wartość zamówienia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35040" y="45720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267%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49194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500 € (2,7×)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11480" y="5440680"/>
            <a:ext cx="6355080" cy="777240"/>
          </a:xfrm>
          <a:prstGeom prst="rect">
            <a:avLst/>
          </a:prstGeom>
          <a:solidFill>
            <a:srgbClr val="DAEBEA"/>
          </a:solidFill>
          <a:ln w="12700">
            <a:solidFill>
              <a:srgbClr val="0067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54406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 FY27:  </a:t>
            </a:r>
            <a:pPr indent="0" marL="0">
              <a:buNone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 tys. € · 1 125 zamówień · średnio 800 € · 350 nowych sklepów · 95% bazy aktywnej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86600" y="1143000"/>
            <a:ext cx="4663440" cy="5074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60920" y="1344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NOWA PLATFORMA B2B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17099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1.10.2026 · stary panel sbm-partners.com działa równolegle do 30.10</a:t>
            </a:r>
            <a:endParaRPr lang="en-US" sz="12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2359152"/>
            <a:ext cx="237744" cy="23774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7726680" y="23317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rabatem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kwota w koszyku = kwota na fakturze</a:t>
            </a:r>
            <a:endParaRPr lang="en-US" sz="140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3108960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7726680" y="308152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Kredyt kupiecki z limitem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 płatności w koszyku: krótszy = taniej</a:t>
            </a:r>
            <a:endParaRPr lang="en-US" sz="140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3858768"/>
            <a:ext cx="237744" cy="237744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726680" y="38313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Zamówienie w 4 krokach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katalog, ilość, płatność, data; także na telefonie</a:t>
            </a:r>
            <a:endParaRPr lang="en-US" sz="140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4608576"/>
            <a:ext cx="237744" cy="23774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7726680" y="458114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Automatyczne maile do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aktywacja konta, 1. zamówienie, potwierdzenia</a:t>
            </a:r>
            <a:endParaRPr lang="en-US" sz="1400" dirty="0"/>
          </a:p>
        </p:txBody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5358384"/>
            <a:ext cx="237744" cy="237744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726680" y="533095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 od 1.10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wersja ręczna, silnik i integracja w Q4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WEB-B2B, narastająco) + nowe zamówienia z panelu sbm-partners.com 26.08–25.09.2026. 59% powrotów: Sage ZORDDET 16.03–22.07.2026.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PL – test panelu FY26 i start FY27</dc:title>
  <dc:subject>PptxGenJS Presentation</dc:subject>
  <dc:creator>PptxGenJS</dc:creator>
  <cp:lastModifiedBy>PptxGenJS</cp:lastModifiedBy>
  <cp:revision>1</cp:revision>
  <dcterms:created xsi:type="dcterms:W3CDTF">2026-09-25T09:59:40Z</dcterms:created>
  <dcterms:modified xsi:type="dcterms:W3CDTF">2026-09-25T09:59:40Z</dcterms:modified>
</cp:coreProperties>
</file>