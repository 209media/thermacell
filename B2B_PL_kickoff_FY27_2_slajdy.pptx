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Jeden slajd zamiast angielskich slajdów o panelu B2B. Założenia z business case FY26: 166 klientów, 928 zamówień, 464 tys. €. Panel się przyjął: 174 kont, 91% budżetu sprzedaży (94% planu do dziś), 59% klientów wraca z drugim zamówieniem. Słabo z liczbą zamówień (317 = 34% celu): klienci zamawiają rzadko i dużo, bez kampanii, bez kontaktu w sezonie, a korekty cen w Sage nie wracały do panelu. Stąd 4 learningi na FY27.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Wynik na 25.09.2026: 91% budżetu sprzedaży (94% planu do dziś), 73% kont z zamówieniem, ale tylko 34% celu zamówień. Średnie zamówienie 2,7× plan, bo klienci zamawiają rzadko i dużo. 1 października startuje nowa platforma: ceny i rabaty od razu w koszyku, kredyt kupiecki, rabat za krótszy termin płatności, automatyczne maile i program partnerski. Cele FY27: 900 tys. €, 1 125 zamówień.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PODSUMOWANIE FY26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0759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8696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Założenia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1148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Własny kanał zamówień dla sklepów i hurtu: panel sbm-partners.com, 1. zamówienie 19.03.2026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FY26: 166 klientów, 464 tys. €, 928 zamówień, średnio 500 €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9184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3075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6732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to zrobiliśmy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9184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42900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baza na panelu: rejestracja, konta, grupy cenowe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klienta; płatność 90 dni lub 7 dni z 2,5% rabatu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12.06 klienci przypisani do KAM + cotygodniowy raport KPI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17220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0759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4768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zadziałało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17220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0936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kont (105% bazy), 127 z zamówieniem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422,4 tys. € = 91% budżetu, 94% planu do dziś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klientów wraca z 2. zamówieniem w ciągu 60 dni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klientów zamawia sama, bez telefonu do PH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9052560" y="1188720"/>
            <a:ext cx="2697480" cy="45720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2" y="130759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528048" y="11887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nie zadziałało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9052560" y="1737360"/>
            <a:ext cx="2697480" cy="2880360"/>
          </a:xfrm>
          <a:prstGeom prst="rect">
            <a:avLst/>
          </a:prstGeom>
          <a:solidFill>
            <a:srgbClr val="FFFFFF"/>
          </a:solidFill>
          <a:ln w="15875">
            <a:solidFill>
              <a:srgbClr val="174769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89720" y="1874520"/>
            <a:ext cx="2441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 zamówień = 34% celu: rzadkie, duże zamówienia „na stock”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kampanii B2B i kontaktu w sezonie (newsletter, SMS)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Korekty cen ręcznie w Sage: klient widzi inne kwoty niż na fakturze, brak śledzenia przesyłek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programu lojalnościowego, niewygodny panel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411480" y="4800600"/>
            <a:ext cx="11338560" cy="169164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LEARNINGI NA FY27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85800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1161288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Kampania B2B i budżet mediowy, nie tylko pozyskanie przez PH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3447288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44728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922776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partnerski: punkty za zgody marketingowe i częstsze zamówienia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6208776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208776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6684264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Prostszy panel + codzienny import z Sage: kwoty jak na fakturze, nr listu przewozowego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970264" y="5422392"/>
            <a:ext cx="384048" cy="384048"/>
          </a:xfrm>
          <a:prstGeom prst="ellipse">
            <a:avLst/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8970264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9445752" y="5330952"/>
            <a:ext cx="212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Liczymy konta, które zamawiają, i częstotliwość, nie rejestracje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8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PL – WYNIK I START FY27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1143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FY26 vs budżet · stan na 25.09.2026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6459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422 418 €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21579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Sprzedaż netto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19019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1901952"/>
            <a:ext cx="2497364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18288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176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464 000 € · 94% planu do dziś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25603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 / 174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30723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Klienci z zamówieniem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8163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2816352"/>
            <a:ext cx="2002221" cy="237744"/>
          </a:xfrm>
          <a:prstGeom prst="roundRect">
            <a:avLst>
              <a:gd name="adj" fmla="val 50000"/>
            </a:avLst>
          </a:prstGeom>
          <a:solidFill>
            <a:srgbClr val="0E8B95"/>
          </a:solidFill>
          <a:ln w="12700">
            <a:solidFill>
              <a:srgbClr val="0E8B9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27432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B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906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kont bez zamówienia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34747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986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0" y="37307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3730752"/>
            <a:ext cx="937063" cy="23774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6576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 928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" y="43891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1 333 €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" y="49011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wartość zamówienia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E3ECEC"/>
          </a:solidFill>
          <a:ln w="12700">
            <a:solidFill>
              <a:srgbClr val="E3EC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4645152"/>
            <a:ext cx="2743200" cy="237744"/>
          </a:xfrm>
          <a:prstGeom prst="roundRect">
            <a:avLst>
              <a:gd name="adj" fmla="val 50000"/>
            </a:avLst>
          </a:prstGeom>
          <a:solidFill>
            <a:srgbClr val="F8AF2D"/>
          </a:solidFill>
          <a:ln w="12700">
            <a:solidFill>
              <a:srgbClr val="F8A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35040" y="457200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267%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919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500 € (2,7×)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1480" y="5440680"/>
            <a:ext cx="6355080" cy="777240"/>
          </a:xfrm>
          <a:prstGeom prst="rect">
            <a:avLst/>
          </a:prstGeom>
          <a:solidFill>
            <a:srgbClr val="DAEBEA"/>
          </a:solidFill>
          <a:ln w="12700">
            <a:solidFill>
              <a:srgbClr val="0067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54406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FY27:  </a:t>
            </a:r>
            <a:pPr indent="0" marL="0">
              <a:buNone/>
            </a:pPr>
            <a:r>
              <a:rPr lang="en-US" sz="1300" dirty="0">
                <a:solidFill>
                  <a:srgbClr val="30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 tys. € · 1 125 zamówień · średnio 800 € · 350 nowych sklepów · 95% bazy aktywnej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86600" y="1143000"/>
            <a:ext cx="4663440" cy="5074920"/>
          </a:xfrm>
          <a:prstGeom prst="rect">
            <a:avLst/>
          </a:prstGeom>
          <a:solidFill>
            <a:srgbClr val="174769"/>
          </a:solidFill>
          <a:ln w="12700">
            <a:solidFill>
              <a:srgbClr val="1747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60920" y="1344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A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NOWA PLATFORMA B2B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17099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1.10.2026 · stary panel sbm-partners.com działa równolegle do 30.10</a:t>
            </a:r>
            <a:endParaRPr lang="en-US" sz="12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2359152"/>
            <a:ext cx="237744" cy="23774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7726680" y="2331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Ceny netto z rabatem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kwota w koszyku = kwota na fakturze</a:t>
            </a:r>
            <a:endParaRPr lang="en-US" sz="140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108960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7726680" y="308152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Kredyt kupiecki z limitem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 płatności w koszyku: krótszy = taniej</a:t>
            </a:r>
            <a:endParaRPr lang="en-US" sz="14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3858768"/>
            <a:ext cx="237744" cy="237744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726680" y="38313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Zamówienie w 4 krokach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ilość, płatność, data; także na telefonie</a:t>
            </a:r>
            <a:endParaRPr lang="en-US" sz="14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4608576"/>
            <a:ext cx="237744" cy="23774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7726680" y="458114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Automatyczne maile do klienta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aktywacja konta, 1. zamówienie, potwierdzenia</a:t>
            </a:r>
            <a:endParaRPr lang="en-US" sz="140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5358384"/>
            <a:ext cx="237744" cy="237744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726680" y="533095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partnerski od 1.10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wersja ręczna, silnik i integracja w Q4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Dane: raport KPI B2B z 25.08.2026 (Sage ZORDDET, WEB-B2B, narastająco) + nowe zamówienia z panelu sbm-partners.com 26.08–25.09.2026. 59% powrotów: Sage ZORDDET 16.03–22.07.2026.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PL – kick off FY27</dc:title>
  <dc:subject>PptxGenJS Presentation</dc:subject>
  <dc:creator>PptxGenJS</dc:creator>
  <cp:lastModifiedBy>PptxGenJS</cp:lastModifiedBy>
  <cp:revision>1</cp:revision>
  <dcterms:created xsi:type="dcterms:W3CDTF">2026-09-25T09:56:30Z</dcterms:created>
  <dcterms:modified xsi:type="dcterms:W3CDTF">2026-09-25T09:56:30Z</dcterms:modified>
</cp:coreProperties>
</file>