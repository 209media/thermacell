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Jeden slajd zamiast angielskich slajdów o panelu B2B. Założenia z business case FY26: 166 klientów, 928 zamówień, 464 tys. €. Panel się przyjął: 174 kont, 91% budżetu sprzedaży (94% planu do dziś), 59% klientów wraca z drugim zamówieniem. Słabo z liczbą zamówień (317 = 34% celu): klienci zamawiają rzadko i dużo, bez kampanii, bez kontaktu w sezonie, a korekty cen w Sage nie wracały do panelu. Stąd 4 learningi na FY27.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 na 25.09.2026: 91% budżetu sprzedaży (94% planu do dziś), 73% kont z zamówieniem, ale tylko 34% celu zamówień. Średnie zamówienie 2,7× plan, bo klienci zamawiają rzadko i dużo. 1 października startuje nowa platforma: ceny i rabaty od razu w koszyku, kredyt kupiecki, rabat za krótszy termin płatności, automatyczne maile i program partnerski. Cele FY27: 900 tys. €, 1 125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PODSUMOWANIE FY26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8696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Założenia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1148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Własny kanał zamówień dla sklepów i hurtu: panel sbm-partners.com, 1. zamówienie 19.03.2026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FY26: 166 klientów, 464 tys. €, 928 zamówień, średnio 500 €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3075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6732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to zrobiliśmy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9184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42900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na panelu: rejestracja, konta, grupy cenowe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klienta; płatność 90 dni lub 7 dni z 2,5% rabatu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 + cotygodniowy raport KPI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7220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075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4768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zadziałało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17220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0936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kont (105% bazy), 127 z zamówieniem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 = 91% budżetu, 94% planu do dziś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klientów wraca z 2. zamówieniem w ciągu 60 dni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905256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3075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2804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nie zadziałało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905256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8972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celu: rzadkie, duże zamówienia „na stock”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kontaktu w sezonie (newsletter, SMS)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klient widzi inne kwoty niż na fakturze, brak śledzenia przesyłek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programu lojalnościowego, niewygodny panel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411480" y="4800600"/>
            <a:ext cx="11338560" cy="169164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LEARNINGI NA FY27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85800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161288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B2B i budżet mediowy, nie tylko pozyskanie przez PH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447288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4472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922776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partnerski: punkty za zgody marketingowe i częstsze zamówienia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208776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08776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684264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Prostszy panel + codzienny import z Sage: kwoty jak na fakturze, nr listu przewozowego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970264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970264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9445752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Liczymy konta, które zamawiają, i częstotliwość, nie rejestracje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WYNIK I START FY27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vs budżet · stan na 25.09.2026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6459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422 418 €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579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901952"/>
            <a:ext cx="2497364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464 000 € · 94% planu do dziś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5603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 / 174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0723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816352"/>
            <a:ext cx="2002221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7432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906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3730752"/>
            <a:ext cx="937063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6576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89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1 333 €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" y="49011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45720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919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500 € (2,7×)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5440680"/>
            <a:ext cx="6355080" cy="777240"/>
          </a:xfrm>
          <a:prstGeom prst="rect">
            <a:avLst/>
          </a:prstGeom>
          <a:solidFill>
            <a:srgbClr val="DAEBEA"/>
          </a:solidFill>
          <a:ln w="12700">
            <a:solidFill>
              <a:srgbClr val="0067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4406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63440" cy="5074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44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NOWA PLATFORMA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1.10.2026 · stary panel sbm-partners.com działa równolegle do 30.10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359152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26680" y="2331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w koszyku = kwota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108960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26680" y="30815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koszyku: krótszy = taniej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58768"/>
            <a:ext cx="237744" cy="237744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26680" y="38313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także na telefonie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608576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26680" y="45811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1. zamówienie, potwierdzenia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58384"/>
            <a:ext cx="237744" cy="237744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26680" y="53309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od 1.10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ręczna, silnik i integracja w Q4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WEB-B2B, narastająco) + nowe zamówienia z panelu sbm-partners.com 26.08–25.09.2026. 59% powrotów: Sage ZORDDET 16.03–22.07.2026.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2026-09-25T09:59:40Z</dcterms:created>
  <dcterms:modified xsi:type="dcterms:W3CDTF">2026-09-25T09:59:40Z</dcterms:modified>
</cp:coreProperties>
</file>