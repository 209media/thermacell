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Jeden slajd zamiast 9–14. Plan zakładał 166 kont i 928 zamówień. Platforma przyjęła się (174 kont, 86% budżetu sprzedaży, przed planem do dziś), ale klienci zamawiają rzadko i dużo (308 zamówień = 33% celu).  Wnioski na FY27: aktywacja zamiast samej rejestracji, automatyczna komunikacja, częstotliwość zamówień, nowe sklepy z lead genu.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Wynik na 25.08.2026: 86% budżetu sprzedaży (105% planu do dziś), 73% kont z zamówieniem, ale tylko 33% celu zamówień. Średnie zamówienie 2,6× plan, bo klienci robią duże zamówienia na stock.  Nowy panel odpowiada na te wnioski: ceny i rabaty liczone od razu w koszyku, kredyt kupiecki zamiast przedpłaty, rabat za krótszy termin płatności, automatyczne maile onboardingowe. Cele FY27: 900 tys. €, 1 125 zamówień.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PL: założenia, realizacja, learningi na FY27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47188" cy="3154680"/>
          </a:xfrm>
          <a:prstGeom prst="roundRect">
            <a:avLst>
              <a:gd name="adj" fmla="val 276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5864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Założenia FY26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48840"/>
            <a:ext cx="23271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klientów na platformie (66 obecnych + 100 nowych)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464 tys. € sprzedaży netto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928 zamówień, średnio 500 € na zamówienie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2988" y="1234440"/>
            <a:ext cx="2647188" cy="3154680"/>
          </a:xfrm>
          <a:prstGeom prst="roundRect">
            <a:avLst>
              <a:gd name="adj" fmla="val 276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1588" y="146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5864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1668" y="1463040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to zrobiliśmy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15868" y="2148840"/>
            <a:ext cx="23271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Cała baza klientów przeniesiona na platformę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przez przedstawicieli: cel 5 nowych kont tygodniowo na osobę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Cotygodniowy raport KPI (Power BI + tracker klientów)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08776" y="1234440"/>
            <a:ext cx="2647188" cy="3154680"/>
          </a:xfrm>
          <a:prstGeom prst="roundRect">
            <a:avLst>
              <a:gd name="adj" fmla="val 276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37376" y="146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5864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7456" y="1463040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zadziałało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2148840"/>
            <a:ext cx="23271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kont na platformie = 105% założonej bazy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396,8 tys. € sprzedaży = 86% budżetu, 105% planu do dziś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Średnie zamówienie 1 288 € (2,6× plan)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84564" y="1234440"/>
            <a:ext cx="2647188" cy="3154680"/>
          </a:xfrm>
          <a:prstGeom prst="roundRect">
            <a:avLst>
              <a:gd name="adj" fmla="val 276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13164" y="146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15864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53244" y="1463040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nie zadziałało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267444" y="2148840"/>
            <a:ext cx="23271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zamówień = 33% celu: rzadkie, duże zamówienia „na stock”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kont bez żadnego zamówienia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komunikacji po rejestracji i działań retencyjnych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4617720"/>
            <a:ext cx="11274552" cy="1828800"/>
          </a:xfrm>
          <a:prstGeom prst="roundRect">
            <a:avLst>
              <a:gd name="adj" fmla="val 4000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31520" y="4782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Learningi na FY27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31520" y="5330952"/>
            <a:ext cx="420624" cy="420624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3152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261872" y="5221224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 to start, nie meta: liczymy konta, które zamawiają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3502152" y="5330952"/>
            <a:ext cx="420624" cy="420624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3502152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4032504" y="5221224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Automatyczna komunikacja od 1. dnia + reaktywacja uśpionych kont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272784" y="5330952"/>
            <a:ext cx="420624" cy="420624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6272784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6803136" y="5221224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Mniejsze, częstsze zamówienia: program lojalnościowy, rabat za szybszą płatność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043416" y="5330952"/>
            <a:ext cx="420624" cy="420624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043416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9573768" y="5221224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Nowe sklepy także z lead genu (cold mailing), nie tylko z bazy przedstawicieli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PL: wynik i nowy panel B2B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FY26 vs budżet · stan na 25.08.2026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396 757 €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57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Sprzedaż netto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9019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D9E1DC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901952"/>
            <a:ext cx="2345655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1828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176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464 000 € · 105% planu do dziś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 / 174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72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Klienci z zamówieniem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8163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D9E1DC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816352"/>
            <a:ext cx="2002221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27432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kont bez zamówienia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Zamówienia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37307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D9E1DC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3730752"/>
            <a:ext cx="910459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36576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4005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928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1 288 €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901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wartość zamówienia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46451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D9E1DC"/>
          </a:solidFill>
          <a:ln w="12700">
            <a:solidFill>
              <a:srgbClr val="D9E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4645152"/>
            <a:ext cx="2743200" cy="23774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0760" y="45720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258%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4919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500 €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440680"/>
            <a:ext cx="6263640" cy="777240"/>
          </a:xfrm>
          <a:prstGeom prst="roundRect">
            <a:avLst>
              <a:gd name="adj" fmla="val 941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4406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FY27:  </a:t>
            </a:r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 tys. € · 1 125 zamówień · średnio 800 € · 350 nowych sklepów · 95% bazy aktywnej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86600" y="1143000"/>
            <a:ext cx="4645152" cy="5074920"/>
          </a:xfrm>
          <a:prstGeom prst="roundRect">
            <a:avLst>
              <a:gd name="adj" fmla="val 1575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60920" y="1371600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Nowy panel B2B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178308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sbm-sales.site · odpowiada na learningi z FY26</a:t>
            </a:r>
            <a:endParaRPr lang="en-US" sz="12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267712"/>
            <a:ext cx="256032" cy="256032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7744968" y="2240280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Ceny netto już z rabatem klienta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to, co w koszyku, jest na fakturze</a:t>
            </a:r>
            <a:endParaRPr lang="en-US" sz="14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035808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744968" y="3008376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Kredyt kupiecki z limitem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przedpłaty, np. 14 dni</a:t>
            </a:r>
            <a:endParaRPr lang="en-US" sz="14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803904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744968" y="3776472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płatności w koszyku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krótszy termin = niższa cena od razu</a:t>
            </a:r>
            <a:endParaRPr lang="en-US" sz="14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572000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744968" y="4544568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Zamówienie w 4 krokach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katalog, ilość, płatność, data; działa też na telefonie</a:t>
            </a:r>
            <a:endParaRPr lang="en-US" sz="14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5340096"/>
            <a:ext cx="256032" cy="25603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744968" y="5312664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maile do klienta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aktywacja konta, instrukcja 1. zamówienia, potwierdzenia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raport KPI B2B z 25.08.2026 (Sage ZORDDET, WEB-B2B, narastająco). Nowy panel: funkcje na podstawie testów, wrzesień 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PL – kick off FY27</dc:title>
  <dc:subject>PptxGenJS Presentation</dc:subject>
  <dc:creator>PptxGenJS</dc:creator>
  <cp:lastModifiedBy>PptxGenJS</cp:lastModifiedBy>
  <cp:revision>1</cp:revision>
  <dcterms:created xsi:type="dcterms:W3CDTF">2026-09-25T08:08:10Z</dcterms:created>
  <dcterms:modified xsi:type="dcterms:W3CDTF">2026-09-25T08:08:10Z</dcterms:modified>
</cp:coreProperties>
</file>