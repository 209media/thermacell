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Jeden slajd zamiast 9–14. Plan zakładał 166 kont i 928 zamówień. Platforma przyjęła się (cała baza jest na niej, 2/3 budżetu sprzedaży), ale klienci zamawiają rzadko i dużo. Wnioski na FY27: aktywacja zamiast samej rejestracji, automatyczna komunikacja, częstotliwość zamówień, nowe sklepy z lead genu.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Wynik: 2/3 budżetu sprzedaży i 2/3 bazy z zamówieniem, ale tylko 21% zamówień. Średnie zamówienie ponad 3× plan, bo klienci robią duże zamówienia na stock. Nowy panel odpowiada na te wnioski: ceny i rabaty liczone od razu w koszyku, kredyt kupiecki zamiast przedpłaty, rabat za krótszy termin płatności, automatyczne maile onboardingowe. Cele FY27: 900 tys. €, 1 125 zamówień.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PL: założenia, realizacja, learningi na FY27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47188" cy="3154680"/>
          </a:xfrm>
          <a:prstGeom prst="roundRect">
            <a:avLst>
              <a:gd name="adj" fmla="val 2763"/>
            </a:avLst>
          </a:prstGeom>
          <a:solidFill>
            <a:srgbClr val="EEF4F0"/>
          </a:solidFill>
          <a:ln w="12700">
            <a:solidFill>
              <a:srgbClr val="EEF4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630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5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" y="158648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63040"/>
            <a:ext cx="164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Założenia FY26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48840"/>
            <a:ext cx="23271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 klientów na platformie (66 obecnych + 100 nowych)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tys. € sprzedaży netto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928 zamówień, średnio 500 € na zamówienie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32988" y="1234440"/>
            <a:ext cx="2647188" cy="3154680"/>
          </a:xfrm>
          <a:prstGeom prst="roundRect">
            <a:avLst>
              <a:gd name="adj" fmla="val 2763"/>
            </a:avLst>
          </a:prstGeom>
          <a:solidFill>
            <a:srgbClr val="EEF4F0"/>
          </a:solidFill>
          <a:ln w="12700">
            <a:solidFill>
              <a:srgbClr val="EEF4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1588" y="14630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5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58648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01668" y="1463040"/>
            <a:ext cx="164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to zrobiliśmy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515868" y="2148840"/>
            <a:ext cx="23271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klientów przeniesiona na platformę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przez przedstawicieli: cel 5 nowych kont tygodniowo na osobę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Cotygodniowy raport KPI (Power BI + tracker klientów)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08776" y="1234440"/>
            <a:ext cx="2647188" cy="3154680"/>
          </a:xfrm>
          <a:prstGeom prst="roundRect">
            <a:avLst>
              <a:gd name="adj" fmla="val 2763"/>
            </a:avLst>
          </a:prstGeom>
          <a:solidFill>
            <a:srgbClr val="EEF4F0"/>
          </a:solidFill>
          <a:ln w="12700">
            <a:solidFill>
              <a:srgbClr val="EEF4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37376" y="14630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5B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586484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077456" y="1463040"/>
            <a:ext cx="164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zadziałało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91656" y="2148840"/>
            <a:ext cx="23271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na platformie: 166 kont (100%)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311,6 tys. € sprzedaży = 67% budżetu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Średnie zamówienie 1 574 € (ponad 3× plan)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084564" y="1234440"/>
            <a:ext cx="2647188" cy="3154680"/>
          </a:xfrm>
          <a:prstGeom prst="roundRect">
            <a:avLst>
              <a:gd name="adj" fmla="val 2763"/>
            </a:avLst>
          </a:prstGeom>
          <a:solidFill>
            <a:srgbClr val="EEF4F0"/>
          </a:solidFill>
          <a:ln w="12700">
            <a:solidFill>
              <a:srgbClr val="EEF4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13164" y="14630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1586484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953244" y="1463040"/>
            <a:ext cx="164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nie zadziałało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267444" y="2148840"/>
            <a:ext cx="23271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 zamówień = 21% celu: rzadkie, duże zamówienia „na stock”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kont bez żadnego zamówienia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komunikacji po rejestracji i działań retencyjnych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57200" y="4617720"/>
            <a:ext cx="11274552" cy="1828800"/>
          </a:xfrm>
          <a:prstGeom prst="roundRect">
            <a:avLst>
              <a:gd name="adj" fmla="val 4000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31520" y="4782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Learningi na FY27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731520" y="5330952"/>
            <a:ext cx="420624" cy="420624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3152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1261872" y="5221224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Rejestracja to start, nie meta: liczymy konta, które zamawiają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3502152" y="5330952"/>
            <a:ext cx="420624" cy="420624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502152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4032504" y="5221224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Automatyczna komunikacja od 1. dnia + reaktywacja uśpionych kont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6272784" y="5330952"/>
            <a:ext cx="420624" cy="420624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272784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6803136" y="5221224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Mniejsze, częstsze zamówienia: program lojalnościowy, rabat za szybszą płatność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9043416" y="5330952"/>
            <a:ext cx="420624" cy="420624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9043416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0"/>
          <p:cNvSpPr txBox="1"/>
          <p:nvPr/>
        </p:nvSpPr>
        <p:spPr>
          <a:xfrm>
            <a:off x="9573768" y="5221224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Nowe sklepy także z lead genu (cold mailing), nie tylko z bazy przedstawicieli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PL: wynik i nowy panel B2B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FY26 YTD vs budżet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311 557 €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 netto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19019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D9E1DC"/>
          </a:solidFill>
          <a:ln w="12700">
            <a:solidFill>
              <a:srgbClr val="D9E1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46120" y="1901952"/>
            <a:ext cx="1840687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2880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1762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464 000 €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60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/ 166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723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z zamówieniem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28163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D9E1DC"/>
          </a:solidFill>
          <a:ln w="12700">
            <a:solidFill>
              <a:srgbClr val="D9E1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816352"/>
            <a:ext cx="1835201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274320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090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kont uśpionych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9867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46120" y="37307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D9E1DC"/>
          </a:solidFill>
          <a:ln w="12700">
            <a:solidFill>
              <a:srgbClr val="D9E1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3730752"/>
            <a:ext cx="584302" cy="23774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365760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246120" y="4005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928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89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1 574 €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9011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wartość zamówienia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4612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D9E1DC"/>
          </a:solidFill>
          <a:ln w="12700">
            <a:solidFill>
              <a:srgbClr val="D9E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80760" y="457200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315%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246120" y="49194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500 €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6263640" cy="777240"/>
          </a:xfrm>
          <a:prstGeom prst="roundRect">
            <a:avLst>
              <a:gd name="adj" fmla="val 9412"/>
            </a:avLst>
          </a:prstGeom>
          <a:solidFill>
            <a:srgbClr val="EEF4F0"/>
          </a:solidFill>
          <a:ln w="12700">
            <a:solidFill>
              <a:srgbClr val="EEF4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544068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FY27:  </a:t>
            </a:r>
            <a:pPr indent="0" marL="0">
              <a:buNone/>
            </a:pPr>
            <a:r>
              <a: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 tys. € · 1 125 zamówień · średnio 800 € · 350 nowych sklepów · 95% bazy aktywnej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86600" y="1143000"/>
            <a:ext cx="4645152" cy="5074920"/>
          </a:xfrm>
          <a:prstGeom prst="roundRect">
            <a:avLst>
              <a:gd name="adj" fmla="val 157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60920" y="1371600"/>
            <a:ext cx="4096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Nowy panel B2B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178308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sbm-sales.site · odpowiada na learningi z FY26</a:t>
            </a:r>
            <a:endParaRPr lang="en-US" sz="12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2267712"/>
            <a:ext cx="256032" cy="256032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7744968" y="2240280"/>
            <a:ext cx="3776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już z rabatem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co w koszyku, jest na fakturze</a:t>
            </a:r>
            <a:endParaRPr lang="en-US" sz="140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035808"/>
            <a:ext cx="256032" cy="256032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7744968" y="3008376"/>
            <a:ext cx="3776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Kredyt kupiecki z limitem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zamiast przedpłaty, np. 14 dni</a:t>
            </a:r>
            <a:endParaRPr lang="en-US" sz="14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3803904"/>
            <a:ext cx="256032" cy="256032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744968" y="3776472"/>
            <a:ext cx="3776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płatności w koszyku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krótszy termin = niższa cena od razu</a:t>
            </a:r>
            <a:endParaRPr lang="en-US" sz="14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4572000"/>
            <a:ext cx="256032" cy="256032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7744968" y="4544568"/>
            <a:ext cx="3776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Zamówienie w 4 krokach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ilość, płatność, data; działa też na telefonie</a:t>
            </a:r>
            <a:endParaRPr lang="en-US" sz="140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5340096"/>
            <a:ext cx="256032" cy="256032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744968" y="5312664"/>
            <a:ext cx="3776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Automatyczne maile do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aktywacja konta, instrukcja 1. zamówienia, potwierdzenia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B2B, FY26 YTD (Power BI, WEB-B2B). Panel: funkcje na podstawie testów, wrzesień 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PL – kick off FY27</dc:title>
  <dc:subject>PptxGenJS Presentation</dc:subject>
  <dc:creator>PptxGenJS</dc:creator>
  <cp:lastModifiedBy>PptxGenJS</cp:lastModifiedBy>
  <cp:revision>1</cp:revision>
  <dcterms:created xsi:type="dcterms:W3CDTF">2026-09-25T08:04:45Z</dcterms:created>
  <dcterms:modified xsi:type="dcterms:W3CDTF">2026-09-25T08:04:45Z</dcterms:modified>
</cp:coreProperties>
</file>