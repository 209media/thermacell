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Mechanika bez zmian: 10 punktów za każde 100 zł netto, próg daje gwarantowaną nagrodę. Prawnik potwierdził, że to nie loteria, że nagroda idzie do firmy, więc nie jesteśmy płatnikiem i nie wystawiamy PIT-11, a sklep sam rozlicza przychód. Nagrody są kosztem marketingowym, pod warunkiem protokołu przekazania. Budżet ok. 56 tys. zł na sezon.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Cztery zmiany po opinii prawnika. Wycieczkę zastępujemy voucherem MPV, bo przy wycieczce w naturze płacimy VAT należny. Bilety do kina zastępujemy kodami kwotowymi, bo 120 zł przekracza limit prezentów małej wartości. Punkty za stand, posty i polecenia mają być dobrowolne i symboliczne, inaczej urząd uzna je za zapłatę za usługę marketingową albo pośrednictwo. Do decyzji: vouchery czy rabat. Do domknięcia z mecenasem: limit 100 zł, punkty za zgody marketingowe, odliczenie VAT przy voucherach i regulamin.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PARTNERSKI B2B – ZAŁOŻENIA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Sklepy ogrodnicze (spółki i JDG) · start 1.10.2026 w wersji ręcznej · zweryfikowane z opinią prawną Legal Alliance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557784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55778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pkt</a:t>
            </a:r>
            <a:pPr indent="0" marL="0">
              <a:buNone/>
            </a:pPr>
            <a:r>
              <a:rPr lang="en-US" sz="15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za każde 100 zł netto zakupów w panelu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468880" cy="1143000"/>
          </a:xfrm>
          <a:prstGeom prst="rect">
            <a:avLst/>
          </a:prstGeom>
          <a:solidFill>
            <a:srgbClr val="DAEBEA"/>
          </a:solidFill>
          <a:ln w="12700">
            <a:solidFill>
              <a:srgbClr val="0067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249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pkt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27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tys. zł zakupów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kody kinowe dla 2 osób (ok. 120 zł)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468880" cy="1143000"/>
          </a:xfrm>
          <a:prstGeom prst="rect">
            <a:avLst/>
          </a:prstGeom>
          <a:solidFill>
            <a:srgbClr val="DAEBEA"/>
          </a:solidFill>
          <a:ln w="12700">
            <a:solidFill>
              <a:srgbClr val="0067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7249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pkt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127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 tys. zł zakupów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podróżny 5 tys. zł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044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Każdy, kto osiągnie próg, dostaje nagrodę: bez rankingu i bez losowania.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70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bonusowe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56285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Założenie konta: +500 pkt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w sklepie i post w social media: dobrowolnie, symbolicznie (ok. 100 pkt)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 sklepu: tylko przy spełnieniu warunków zakupowych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417320"/>
            <a:ext cx="557784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Potwierdzone przez prawnika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1874520"/>
            <a:ext cx="55778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66544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720840" y="203911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Nagroda zawsze dla firmy, nie dla osoby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SBM nie jest płatnikiem PIT, nie wystawia PIT-11</a:t>
            </a:r>
            <a:endParaRPr lang="en-US" sz="13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15184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720840" y="258775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loteria ani gra hazardowa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zezwolenie nie jest potrzebne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163824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720840" y="313639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Podatek od nagrody rozlicza sklep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dodatkowej nagrody na podatek od SBM</a:t>
            </a:r>
            <a:endParaRPr lang="en-US" sz="13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71246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20840" y="368503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Nagrody to koszt marketingowy (CIT)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warunek: protokół przekazania każdej nagrody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6110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20840" y="42336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RODO: podstawą regulamin akceptowany przez uczestnika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klauzulą informacyjną</a:t>
            </a:r>
            <a:endParaRPr lang="en-US" sz="13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809744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20840" y="478231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CZ/SK w kolejnym sezonie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zmian podatkowych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411480" y="5532120"/>
            <a:ext cx="11338560" cy="77724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85800" y="5532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NAGRÓD: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ok. 56 tys. zł na sezon (ok. 13,3 tys. €)  ·  kanał: panel B2B  ·  silnik programu i integracja z panelem w Q4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PARTNERSKI – CO ZMIENIAMY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Zmiany po opinii prawnej Legal Alliance: mniej VAT od nagród i mniejsze ryzyko, że punkty uznane zostaną za zapłatę za usługę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Nagroda główna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69748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Było: </a:t>
            </a:r>
            <a:pPr indent="0" marL="0">
              <a:buNone/>
            </a:pPr>
            <a:r>
              <a:rPr lang="en-US" sz="1250" strike="sngStrike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Wycieczka w naturze, 5 tys. zł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Jest: </a:t>
            </a:r>
            <a:pPr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podróżny kwotowy (MPV), 5 tys. zł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46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wycieczce powstaje VAT należny od nieodpłatnego przekazania. Voucher MPV jest dla SBM neutralny.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Bilety do kina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69748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Było: </a:t>
            </a:r>
            <a:pPr indent="0" marL="0">
              <a:buNone/>
            </a:pPr>
            <a:r>
              <a:rPr lang="en-US" sz="1250" strike="sngStrike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Bilety na seans, ok. 120 zł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Jest: </a:t>
            </a:r>
            <a:pPr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Kody lub karty podarunkowe kwotowe (MPV)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246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zł przekracza limit prezentów małej wartości (100 zł netto na osobę rocznie).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 post w social media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269748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Było: </a:t>
            </a:r>
            <a:pPr indent="0" marL="0">
              <a:buNone/>
            </a:pPr>
            <a:r>
              <a:rPr lang="en-US" sz="1250" strike="sngStrike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 i +300 pkt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Jest: </a:t>
            </a:r>
            <a:pPr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Aktywność dobrowolna, punkty symboliczne (ok. 100)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246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Inaczej punkty to zapłata za usługę marketingową i sklep musi wystawić fakturę.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1417320"/>
            <a:ext cx="2697480" cy="45720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 sklepu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52560" y="1874520"/>
            <a:ext cx="269748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747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Było: </a:t>
            </a:r>
            <a:pPr indent="0" marL="0">
              <a:buNone/>
            </a:pPr>
            <a:r>
              <a:rPr lang="en-US" sz="1250" strike="sngStrike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za każdy polecony sklep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514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Jest: </a:t>
            </a:r>
            <a:pPr indent="0" marL="0">
              <a:buNone/>
            </a:pPr>
            <a:r>
              <a:rPr lang="en-US" sz="1400" b="1" dirty="0">
                <a:solidFill>
                  <a:srgbClr val="174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tylko przy spełnieniu warunków zakupowych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2461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Inaczej to usługa pośrednictwa, za którą sklep musi wystawić fakturę.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4572000"/>
            <a:ext cx="5577840" cy="1783080"/>
          </a:xfrm>
          <a:prstGeom prst="rect">
            <a:avLst/>
          </a:prstGeom>
          <a:solidFill>
            <a:srgbClr val="FEF3DC"/>
          </a:solidFill>
          <a:ln w="15875">
            <a:solidFill>
              <a:srgbClr val="F8AF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DECYZJI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074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nagród: vouchery MPV (rekomendacja) albo wymiana punktów na rabat na zakupy (najbezpieczniej podatkowo, ale słabiej marketingowo)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punktów za stand i post w social media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4572000"/>
            <a:ext cx="5577840" cy="1783080"/>
          </a:xfrm>
          <a:prstGeom prst="rect">
            <a:avLst/>
          </a:prstGeom>
          <a:solidFill>
            <a:srgbClr val="174769"/>
          </a:solidFill>
          <a:ln w="12700">
            <a:solidFill>
              <a:srgbClr val="1747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A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DOMKNIĘCIA Z MECENASEM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074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kody kinowe MPV rozwiązują problem limitu 100 zł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za zgody marketingowe: nie było ich w pytaniach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Odliczenie VAT przy zakupie voucherów MPV (ryzyko sporu)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 regulaminu przed startem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partnerski B2B</dc:title>
  <dc:subject>PptxGenJS Presentation</dc:subject>
  <dc:creator>PptxGenJS</dc:creator>
  <cp:lastModifiedBy>PptxGenJS</cp:lastModifiedBy>
  <cp:revision>1</cp:revision>
  <dcterms:created xsi:type="dcterms:W3CDTF">2026-09-25T12:54:09Z</dcterms:created>
  <dcterms:modified xsi:type="dcterms:W3CDTF">2026-09-25T12:54:09Z</dcterms:modified>
</cp:coreProperties>
</file>